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This sample verifies the Docling PPTX input 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55448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743200"/>
            <a:ext cx="155448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Parse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743200"/>
            <a:ext cx="155448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Normalize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2743200"/>
            <a:ext cx="155448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/>
            </a:pPr>
            <a:r>
              <a:t>Embedding JSONL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